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c7-e502-8cbe-8000-00007b45d845.png?kimi-sig=9lpQF6tkPb31yh0_qrNK-xKYSuRPnpknBRW7s6KypG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cd-9902-891b-8000-000040945ebc.png?kimi-sig=lu_w3mkh6L0IQGfMlKVf4unCUDsR9twhTD41j1tsuO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ce-2922-8864-8000-00005cb6baae.png?kimi-sig=SCZG9PxUJ024CW5Qgm5K59AFYH4YQ5SIt-lZiHbGi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d3-a142-8bfb-8000-00006e7cb80b.png?kimi-sig=jWFMyNg-FiTrWh3CzjVcRHd1g8RaNRJvgKg5CevTk0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cf-9522-8649-8000-0000305cf82f.png?kimi-sig=9xLdbM7E9PjIc_FEfdlsdkIKmPJkVID3pRab4763rm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cd-f192-8443-8000-00008aac434c.png?kimi-sig=Tw7fXHySJv0E5iQ6dya6cEHp4EFO1CzyEhHG8Y2slX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d9-e242-827b-8000-000062b385ec.png?kimi-sig=08Eu0z2uHfWSHO_9S1-zdu51zHfQPe4fKqXXtetw02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0-1c52-81f3-8000-0000fe7d7e5e.png?kimi-sig=esSBAdMFOio3SXUkdmMypzsZhR_XoWWS2H3sY0O_K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da-b272-81ce-8000-0000b26d2317.png?kimi-sig=MthCCgSU2_ZPpcWLTTmrfhfElDDR1WKD5S8yueCIzS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dc-88c2-8100-8000-000046e8ba4f.png?kimi-sig=jBvg3UjlmtW26rQ0Z5PNBX0ZQRpURjzvQ_yTBNrSS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da-ac32-8ad7-8000-0000e59718b0.png?kimi-sig=7tGkg_Dbvs-0fd6y2r4HAViQFHk5VU1krglTafzLb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8-e1d2-8faf-8000-0000e249ddb6.png?kimi-sig=4c50lb1gbSAjXCJAwVwtZtdll5H53O6YfZGAYA3wZ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8-18b2-8a96-8000-0000541f00d9.png?kimi-sig=CKedGSFjHwo8OyoZkmtkXMKLn_fDK0-6tC7oanXWPB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6-4ef2-83ac-8000-0000d0570234.png?kimi-sig=ztoVS83PUjD8xqW0axnM33SiczifKJPMdN0bUkLlz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6-e242-8d6b-8000-00005070983a.png?kimi-sig=4Rov2NPdDFY1rb0rEq6RTUAjgS9A0ka8I0yH-IpuyB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8-4f32-8580-8000-00003a2282fb.png?kimi-sig=EESyT12CaE3HcSAcLgQtATw8O1R8gIRtOStc21OcCX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e-e1b2-80e5-8000-000094dc66bc.png?kimi-sig=Q-MK1tRG7ban29sojyQ_vNJlkQdRCNjVfsbgwYYhW_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54bef-9cf2-85ba-8000-0000df350b35.png?kimi-sig=VajYUlwRJ_ikzR1VmKgVcJBitawan1wZUuBrsG1lzk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Helix-TTD Core Ethos: Trusted AI Governance Blueprint</dc:title>
  <dc:subject>Helix-TTD Core Ethos: Trusted AI Governance Blueprint</dc:subject>
  <dc:creator>Kimi</dc:creator>
  <cp:lastModifiedBy>Kimi</cp:lastModifiedBy>
  <cp:revision>1</cp:revision>
  <dcterms:created xsi:type="dcterms:W3CDTF">2025-12-25T09:06:00Z</dcterms:created>
  <dcterms:modified xsi:type="dcterms:W3CDTF">2025-12-25T09:06:00Z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{"Label":"Helix-TTD Core Ethos: Trusted AI Governance Blueprint","ContentProducer":"001191110108MACG2KBH8F10000","ProduceID":"19b54bbc-b4a2-8a4e-8000-00002c022a9e","ReservedCode1":"","ContentPropagator":"001191110108MACG2KBH8F20000","PropagateID":"19b54bbc-b4a2-8a4e-8000-00002c022a9e","ReservedCode2":""}</vt:lpwstr>
  </property>
</Properties>
</file>